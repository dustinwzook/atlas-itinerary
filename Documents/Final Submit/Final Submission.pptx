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Nuni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.fntdata"/><Relationship Id="rId14" Type="http://schemas.openxmlformats.org/officeDocument/2006/relationships/font" Target="fonts/Nunito-regular.fntdata"/><Relationship Id="rId17" Type="http://schemas.openxmlformats.org/officeDocument/2006/relationships/font" Target="fonts/Nunito-boldItalic.fntdata"/><Relationship Id="rId16" Type="http://schemas.openxmlformats.org/officeDocument/2006/relationships/font" Target="fonts/Nuni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ed1de17cb_0_2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ed1de17cb_0_2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aed1de17cb_0_2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aed1de17cb_0_2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ed1de17cb_0_2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ed1de17cb_0_2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aed1de17cb_0_2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aed1de17cb_0_2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ed1de17cb_0_2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ed1de17cb_0_2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aed1de17cb_0_2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aed1de17cb_0_2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aed1de17cb_0_2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aed1de17cb_0_2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Atlas Itinerary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en" sz="2400">
                <a:solidFill>
                  <a:srgbClr val="1B212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Gabriel Taylor, Dustin Zook, Sorelle Djuissi, Gabriyel Sorensen</a:t>
            </a:r>
            <a:endParaRPr sz="2400">
              <a:solidFill>
                <a:srgbClr val="1B212C"/>
              </a:solidFill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Purpose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 duciton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Technology</a:t>
            </a:r>
            <a:endParaRPr/>
          </a:p>
        </p:txBody>
      </p:sp>
      <p:sp>
        <p:nvSpPr>
          <p:cNvPr id="147" name="Google Shape;147;p16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technology </a:t>
            </a:r>
            <a:r>
              <a:rPr lang="en"/>
              <a:t>affected</a:t>
            </a:r>
            <a:r>
              <a:rPr lang="en"/>
              <a:t> the project</a:t>
            </a:r>
            <a:endParaRPr/>
          </a:p>
        </p:txBody>
      </p:sp>
      <p:sp>
        <p:nvSpPr>
          <p:cNvPr id="153" name="Google Shape;153;p17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description</a:t>
            </a:r>
            <a:endParaRPr/>
          </a:p>
        </p:txBody>
      </p:sp>
      <p:sp>
        <p:nvSpPr>
          <p:cNvPr id="159" name="Google Shape;159;p18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deploy</a:t>
            </a:r>
            <a:endParaRPr/>
          </a:p>
        </p:txBody>
      </p:sp>
      <p:sp>
        <p:nvSpPr>
          <p:cNvPr id="165" name="Google Shape;165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Known issues</a:t>
            </a:r>
            <a:endParaRPr/>
          </a:p>
        </p:txBody>
      </p:sp>
      <p:sp>
        <p:nvSpPr>
          <p:cNvPr id="171" name="Google Shape;171;p20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
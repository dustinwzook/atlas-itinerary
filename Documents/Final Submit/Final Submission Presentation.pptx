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6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5.xml"/><Relationship Id="rId21" Type="http://schemas.openxmlformats.org/officeDocument/2006/relationships/font" Target="fonts/Nuni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f3f0f7aa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f3f0f7aa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ed1de17cb_0_2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ed1de17cb_0_2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about each Technology &amp; why they were used. Describe how easy/difficult it was to come up to speed for each. Explain how they made development easier. Talk a bit about the change from Firebase to Supabase and TripAdvisor to Google Places.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d1de17cb_0_2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ed1de17cb_0_2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f2716b3a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f2716b3a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f2716b3a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f2716b3a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f3f0f7aa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f3f0f7aa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f3f0f7aa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f3f0f7aa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f2716b3a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f2716b3a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f2716b3a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f2716b3a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ed1de17cb_0_2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ed1de17cb_0_2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ed1de17cb_0_2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ed1de17cb_0_2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f2716b3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f2716b3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Atlas Itinerary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rgbClr val="1B21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Gabriel Taylor, Dustin Zook, Sorelle Djuissi, Gabriyel Sorensen</a:t>
            </a:r>
            <a:endParaRPr sz="2400">
              <a:solidFill>
                <a:srgbClr val="1B212C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&amp; Purpose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Atlas Itinerary is a personal travel </a:t>
            </a:r>
            <a:r>
              <a:rPr lang="en"/>
              <a:t>itinerary</a:t>
            </a:r>
            <a:r>
              <a:rPr lang="en"/>
              <a:t> planner.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After creating an account, users can build trips for specific destinations.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primary purpose of Atlas Itinerary is to provide a single web application where users can search for places, select the ones they care about, and plug them into a calendar-like structure for their trip.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</a:t>
            </a:r>
            <a:endParaRPr/>
          </a:p>
        </p:txBody>
      </p:sp>
      <p:pic>
        <p:nvPicPr>
          <p:cNvPr descr="From React to Next.js — A Developer's Insight | by Dimitar Atanasov |  JavaScript in Plain English" id="141" name="Google Shape;141;p15"/>
          <p:cNvPicPr preferRelativeResize="0"/>
          <p:nvPr/>
        </p:nvPicPr>
        <p:blipFill rotWithShape="1">
          <a:blip r:embed="rId3">
            <a:alphaModFix/>
          </a:blip>
          <a:srcRect b="0" l="5499" r="0" t="0"/>
          <a:stretch/>
        </p:blipFill>
        <p:spPr>
          <a:xfrm>
            <a:off x="2958800" y="739675"/>
            <a:ext cx="2400325" cy="116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React and Next.js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Used to build the front-end of the application and deal with routing between the pages.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Supabase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Provides a relational database that integrates smoothly with React and Next.js.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Also </a:t>
            </a:r>
            <a:r>
              <a:rPr lang="en"/>
              <a:t>provides</a:t>
            </a:r>
            <a:r>
              <a:rPr lang="en"/>
              <a:t> Authentication through providers like Google.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Google Places API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Primary provider of locations and location information.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Vercel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Hosts the server.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Integrates</a:t>
            </a:r>
            <a:r>
              <a:rPr lang="en"/>
              <a:t> directly with GitHub and Next.js, handling deployment.</a:t>
            </a:r>
            <a:endParaRPr/>
          </a:p>
        </p:txBody>
      </p:sp>
      <p:pic>
        <p:nvPicPr>
          <p:cNvPr id="143" name="Google Shape;14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7221" y="848738"/>
            <a:ext cx="945576" cy="9483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Places API: Extracting Location Data &amp; Reviews - GoTrained Python  Tutorials" id="144" name="Google Shape;144;p15"/>
          <p:cNvPicPr preferRelativeResize="0"/>
          <p:nvPr/>
        </p:nvPicPr>
        <p:blipFill rotWithShape="1">
          <a:blip r:embed="rId5">
            <a:alphaModFix/>
          </a:blip>
          <a:srcRect b="0" l="10376" r="11431" t="0"/>
          <a:stretch/>
        </p:blipFill>
        <p:spPr>
          <a:xfrm>
            <a:off x="6293700" y="659225"/>
            <a:ext cx="1037913" cy="132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13875" y="830788"/>
            <a:ext cx="984225" cy="98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description: Overall Architecture</a:t>
            </a:r>
            <a:endParaRPr/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819150" y="1990725"/>
            <a:ext cx="2981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Presentation Layer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React components and pages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Application/Service Layer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Typescript helper modules containing </a:t>
            </a:r>
            <a:r>
              <a:rPr lang="en"/>
              <a:t>business logic and data access functions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External Services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Google Places API - searching for locations and retrieving place details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Supabase - Database and Auth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Vercel - Server for hosting</a:t>
            </a:r>
            <a:endParaRPr/>
          </a:p>
        </p:txBody>
      </p:sp>
      <p:pic>
        <p:nvPicPr>
          <p:cNvPr id="152" name="Google Shape;152;p16" title="Atlas Itinerary Block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6500" y="1990725"/>
            <a:ext cx="4827823" cy="24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description: Major Pages &amp; Components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Home / </a:t>
            </a:r>
            <a:r>
              <a:rPr lang="en"/>
              <a:t>Instructions</a:t>
            </a:r>
            <a:r>
              <a:rPr lang="en"/>
              <a:t> Page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Provides an overview of the application and instruction on how to create and manage </a:t>
            </a:r>
            <a:r>
              <a:rPr lang="en"/>
              <a:t>itineraries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Itinerary Details Page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The core of the application, being where users can create </a:t>
            </a:r>
            <a:r>
              <a:rPr lang="en"/>
              <a:t>itineraries and build them by adding locations.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Allows users to search for nearby locations, retrieved from Google Places, for their travel destination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Itinerary List Page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Where user can see a list of all their created itineraries and manage them.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Can inspect each itinerary and view all of the added locations in a calendar view.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description</a:t>
            </a:r>
            <a:r>
              <a:rPr lang="en"/>
              <a:t>: Home</a:t>
            </a:r>
            <a:endParaRPr/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912" y="1467175"/>
            <a:ext cx="6868176" cy="3276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description</a:t>
            </a:r>
            <a:r>
              <a:rPr lang="en"/>
              <a:t>: Itinerary Details</a:t>
            </a:r>
            <a:endParaRPr/>
          </a:p>
        </p:txBody>
      </p:sp>
      <p:pic>
        <p:nvPicPr>
          <p:cNvPr id="170" name="Google Shape;17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428" y="1463040"/>
            <a:ext cx="6867145" cy="3287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description</a:t>
            </a:r>
            <a:r>
              <a:rPr lang="en"/>
              <a:t>: Itinerary List</a:t>
            </a:r>
            <a:endParaRPr/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427" y="1463040"/>
            <a:ext cx="6867146" cy="3259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description: Database</a:t>
            </a:r>
            <a:endParaRPr/>
          </a:p>
        </p:txBody>
      </p:sp>
      <p:sp>
        <p:nvSpPr>
          <p:cNvPr id="182" name="Google Shape;182;p21"/>
          <p:cNvSpPr txBox="1"/>
          <p:nvPr>
            <p:ph idx="1" type="body"/>
          </p:nvPr>
        </p:nvSpPr>
        <p:spPr>
          <a:xfrm>
            <a:off x="819150" y="3849250"/>
            <a:ext cx="7505700" cy="5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Supabase’s Schema Visualizer of our project’s public schema</a:t>
            </a:r>
            <a:endParaRPr/>
          </a:p>
        </p:txBody>
      </p:sp>
      <p:pic>
        <p:nvPicPr>
          <p:cNvPr id="183" name="Google Shape;183;p21" title="Atlas Itinerary Supabase Schema.png"/>
          <p:cNvPicPr preferRelativeResize="0"/>
          <p:nvPr/>
        </p:nvPicPr>
        <p:blipFill rotWithShape="1">
          <a:blip r:embed="rId3">
            <a:alphaModFix/>
          </a:blip>
          <a:srcRect b="25327" l="10086" r="10238" t="24438"/>
          <a:stretch/>
        </p:blipFill>
        <p:spPr>
          <a:xfrm>
            <a:off x="929162" y="1539700"/>
            <a:ext cx="7285677" cy="230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description: Server-Side scripts</a:t>
            </a:r>
            <a:endParaRPr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API routes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Next</a:t>
            </a:r>
            <a:r>
              <a:rPr lang="en"/>
              <a:t>.js</a:t>
            </a:r>
            <a:r>
              <a:rPr lang="en"/>
              <a:t> route handlers that perform server-side calls to the Google Places API.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Middleware (middleware.ts)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Runs before </a:t>
            </a:r>
            <a:r>
              <a:rPr lang="en"/>
              <a:t>certain routes and checks the Supabase session.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Provides page protection for Home, Itinerary Details, and Itinerary List.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Auth callback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API route that handles the OAuth callback from Google.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deploy</a:t>
            </a:r>
            <a:endParaRPr/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Start by downloading the code from GitHub.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Ensure Node.js is installed and running.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Ensure all the environment variables are set up.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This will require setting up a Google Cloud project and Supabase project.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Create the Itineraries and locations table in Supabase.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The code can be run locally either in development mode or compiled to run in production mode.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To deploy on Vercel, either: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use Vercel CLI to deploy it from the </a:t>
            </a:r>
            <a:r>
              <a:rPr lang="en"/>
              <a:t>command line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Create a git repository and link it to Vercel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Known issues</a:t>
            </a:r>
            <a:endParaRPr/>
          </a:p>
        </p:txBody>
      </p:sp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819150" y="1990725"/>
            <a:ext cx="78414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Create Itinerary search bar can disappear after navigation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 search bar will appear when the first go to the Create Itineraries page.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But, if the user goes to another page and navigates back, the </a:t>
            </a:r>
            <a:r>
              <a:rPr lang="en"/>
              <a:t>search bar will no longer be there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before the demonstration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
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Nunit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-bold.fntdata"/><Relationship Id="rId25" Type="http://schemas.openxmlformats.org/officeDocument/2006/relationships/font" Target="fonts/Nunito-regular.fntdata"/><Relationship Id="rId28" Type="http://schemas.openxmlformats.org/officeDocument/2006/relationships/font" Target="fonts/Nunito-boldItalic.fntdata"/><Relationship Id="rId27" Type="http://schemas.openxmlformats.org/officeDocument/2006/relationships/font" Target="fonts/Nun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f9ecad9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f9ecad9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f18eb201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9f18eb20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f9ecad94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f9ecad94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9d45391ef2_0_6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9d45391ef2_0_6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f9ecad94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f9ecad94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f9ecad94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9f9ecad94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f9ecad94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f9ecad94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f9ecad94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f9ecad94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f9ecad944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f9ecad944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f9ecad94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f9ecad94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f9ecad94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9f9ecad94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9f9ecad94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9f9ecad94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d45391ef2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9d45391ef2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f9ecad94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f9ecad94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9d45391ef2_0_6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9d45391ef2_0_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9f9ecad94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9f9ecad94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9f9ecad944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9f9ecad944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9f9ecad94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9f9ecad94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Atlas Itinerary Project Update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rgbClr val="1B212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Gabriel Taylor, Dustin Zook, Sorelle Djuissi, Gabriyel Sorensen</a:t>
            </a:r>
            <a:endParaRPr sz="2400">
              <a:solidFill>
                <a:srgbClr val="1B212C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 from Initial </a:t>
            </a:r>
            <a:r>
              <a:rPr lang="en"/>
              <a:t>Requirements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5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Switched API’s from TripAdvisor to Google Places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Authentication</a:t>
            </a:r>
            <a:r>
              <a:rPr lang="en"/>
              <a:t> shifted to Google OAuth only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Firefox preference removed. Vercel allows cross-browser </a:t>
            </a:r>
            <a:r>
              <a:rPr lang="en"/>
              <a:t>compatibility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1" name="Google Shape;14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720" y="2853250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7225" y="2853246"/>
            <a:ext cx="2854300" cy="173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We Have Accomplished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OAuth</a:t>
            </a:r>
            <a:endParaRPr/>
          </a:p>
        </p:txBody>
      </p:sp>
      <p:sp>
        <p:nvSpPr>
          <p:cNvPr id="153" name="Google Shape;153;p17"/>
          <p:cNvSpPr txBox="1"/>
          <p:nvPr>
            <p:ph idx="1" type="body"/>
          </p:nvPr>
        </p:nvSpPr>
        <p:spPr>
          <a:xfrm>
            <a:off x="819150" y="1695175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Sign in and Sign out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Session handling and sign out have been tested and </a:t>
            </a:r>
            <a:r>
              <a:rPr lang="en"/>
              <a:t>verified</a:t>
            </a:r>
            <a:r>
              <a:rPr lang="en"/>
              <a:t>.</a:t>
            </a:r>
            <a:endParaRPr/>
          </a:p>
        </p:txBody>
      </p:sp>
      <p:pic>
        <p:nvPicPr>
          <p:cNvPr id="154" name="Google Shape;15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7695" y="338475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00" y="2512050"/>
            <a:ext cx="5241324" cy="22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8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</a:t>
            </a:r>
            <a:endParaRPr/>
          </a:p>
        </p:txBody>
      </p:sp>
      <p:pic>
        <p:nvPicPr>
          <p:cNvPr id="161" name="Google Shape;16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2313" y="1640700"/>
            <a:ext cx="5799385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 Cont.</a:t>
            </a:r>
            <a:endParaRPr/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9175" y="1614100"/>
            <a:ext cx="6125646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Itinerary</a:t>
            </a:r>
            <a:endParaRPr/>
          </a:p>
        </p:txBody>
      </p:sp>
      <p:pic>
        <p:nvPicPr>
          <p:cNvPr id="173" name="Google Shape;17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9725" y="2064025"/>
            <a:ext cx="4433549" cy="283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275" y="2064025"/>
            <a:ext cx="4142250" cy="2834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Place Details Modal</a:t>
            </a:r>
            <a:endParaRPr/>
          </a:p>
        </p:txBody>
      </p:sp>
      <p:pic>
        <p:nvPicPr>
          <p:cNvPr id="180" name="Google Shape;18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1675" y="1457025"/>
            <a:ext cx="4944650" cy="340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List</a:t>
            </a:r>
            <a:endParaRPr/>
          </a:p>
        </p:txBody>
      </p:sp>
      <p:pic>
        <p:nvPicPr>
          <p:cNvPr id="186" name="Google Shape;18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625" y="1700400"/>
            <a:ext cx="7518760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Modal</a:t>
            </a:r>
            <a:endParaRPr/>
          </a:p>
        </p:txBody>
      </p:sp>
      <p:pic>
        <p:nvPicPr>
          <p:cNvPr id="192" name="Google Shape;19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1862" y="1619500"/>
            <a:ext cx="6040276" cy="290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Items that are Partially Complete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 Page</a:t>
            </a:r>
            <a:endParaRPr/>
          </a:p>
        </p:txBody>
      </p:sp>
      <p:pic>
        <p:nvPicPr>
          <p:cNvPr id="203" name="Google Shape;20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525" y="1923450"/>
            <a:ext cx="8428948" cy="2673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Partially Complete Items</a:t>
            </a:r>
            <a:endParaRPr/>
          </a:p>
        </p:txBody>
      </p:sp>
      <p:sp>
        <p:nvSpPr>
          <p:cNvPr id="209" name="Google Shape;209;p26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Create Itinerary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UI and form validation rules still being polished and tuned.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Itinerary Details Page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Left side category nav bar complete, still need to implement the right side bar with current itinerary view.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View Itinerary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Modal to display an itinerary scheduled locations in a calendar and hourly view still needs to be done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Account Drop Down</a:t>
            </a:r>
            <a:endParaRPr/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200"/>
              <a:t>The sign out is implemented. The drop down menu for account with user email and current location with sign out still needs implemented </a:t>
            </a:r>
            <a:r>
              <a:rPr lang="en" sz="1300"/>
              <a:t> </a:t>
            </a:r>
            <a:endParaRPr sz="13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Still Needs to be Implemented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8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 Implemented</a:t>
            </a:r>
            <a:endParaRPr/>
          </a:p>
        </p:txBody>
      </p:sp>
      <p:sp>
        <p:nvSpPr>
          <p:cNvPr id="220" name="Google Shape;220;p28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Timeline and Day by Day Scheduler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Implement the calendar style view in chronological order with CRUD functionality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Filters and Sub-Categories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Lodging, Dining, and Attraction filters for sorting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Refine UI/Mobile Usage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consistent styling throughout the app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responsive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layout to include mobile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 any error messages the user might encounter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Unresolved Issues and Risks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</a:t>
            </a:r>
            <a:endParaRPr/>
          </a:p>
        </p:txBody>
      </p:sp>
      <p:sp>
        <p:nvSpPr>
          <p:cNvPr id="231" name="Google Shape;231;p30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Quotas and Costs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Avoid costs by minimizing API calls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 the number of fetches during testing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 Place API only allows place ID to be stored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Third Party Outage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Google Places goes down, it won’t provide search and details 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won't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load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Demo’s use a small demo set of places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status banner on Home page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an alternate API provider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
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18eb20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f18eb20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d45391ef2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d45391ef2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d45391ef2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d45391ef2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d45391ef2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d45391ef2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d45391ef2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d45391ef2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d45391ef2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d45391ef2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d45391ef2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d45391ef2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d45391ef2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d45391ef2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d45391ef2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d45391ef2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Update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rgbClr val="1B21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Gabriel Taylor, Dustin Zook, Sorelle Djuissi, Gabriyel Sorensen</a:t>
            </a:r>
            <a:endParaRPr sz="2400">
              <a:solidFill>
                <a:srgbClr val="1B212C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Changed View Itineraries to List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originally </a:t>
            </a:r>
            <a:r>
              <a:rPr lang="en"/>
              <a:t>promised</a:t>
            </a:r>
            <a:r>
              <a:rPr lang="en"/>
              <a:t> to do( and what has been changed)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Google Sign-up/sign-in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 page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Navigation bar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Itineraries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View Itineraries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Account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to Sign-up/sign-in and Home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sign-up page on arrival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to sign-in page beneath sign-up option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of Google account for either option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page appears after signing in or signing up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page contains about content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pertains to staff background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 and outs of the website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instructions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to Create Itineraries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Itineraries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Empty page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Box for Travel Destination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is current location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Autopopulate with results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Searched results are lighter in color than standard web text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location found exception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Sibebar of categories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Lodging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Attractions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catagory is represented by a button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 for search bar that contains subcategories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Appears when category is selected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Cards for locations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 name</a:t>
            </a:r>
            <a:endParaRPr/>
          </a:p>
        </p:txBody>
      </p:sp>
      <p:sp>
        <p:nvSpPr>
          <p:cNvPr id="154" name="Google Shape;154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card number of 9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changed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Cards listed in order by rating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Clicking on card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of location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of location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Rating of location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to itinerary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time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time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date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date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Mechanism to stop non-valid inputs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Calendar formulation in sidebar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as button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Itineraries(Now Called Itinerary List)</a:t>
            </a:r>
            <a:endParaRPr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Empty page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 do not have any itineraries yet”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of itineraries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 like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of 9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date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date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Expanded itinerary has a calendar view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Bullet points on each day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Expandable day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 mode button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events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4" marL="2286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4" marL="2286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5" marL="2743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framework of project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in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 out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Itineraries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Itineraries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 and Vercel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Connecting the Physical framework to the database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data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 of itineraries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4" marL="2286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of itineraries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4" marL="2286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in itineraries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Connecting both to the web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in page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sign in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out feature button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page: Empty page component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itineraries page: Empty page component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of itineraries: Card like component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Bullet points of itinerary card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Expandable itinerary card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Partially Complete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page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itineraries page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 bar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